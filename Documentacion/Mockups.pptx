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37BD66F-17C4-4DB6-B4B5-202CDFFB894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add Notes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9F0BC7-CC63-4371-8059-30ABE50FAF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442D25-272A-44EC-BE8B-664BC779BD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302B230-C3D5-4BA9-AD07-167C3105E3D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3487320" y="1244160"/>
            <a:ext cx="2696400" cy="2143080"/>
          </a:xfrm>
          <a:prstGeom prst="rect">
            <a:avLst/>
          </a:pr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16" name=""/>
          <p:cNvSpPr/>
          <p:nvPr/>
        </p:nvSpPr>
        <p:spPr>
          <a:xfrm>
            <a:off x="4276440" y="2290320"/>
            <a:ext cx="1038960" cy="223200"/>
          </a:xfrm>
          <a:custGeom>
            <a:avLst/>
            <a:gdLst/>
            <a:ahLst/>
            <a:rect l="0" t="0" r="r" b="b"/>
            <a:pathLst>
              <a:path w="2886" h="620">
                <a:moveTo>
                  <a:pt x="0" y="620"/>
                </a:moveTo>
                <a:lnTo>
                  <a:pt x="0" y="0"/>
                </a:lnTo>
                <a:lnTo>
                  <a:pt x="2886" y="0"/>
                </a:lnTo>
                <a:lnTo>
                  <a:pt x="2886" y="620"/>
                </a:lnTo>
                <a:lnTo>
                  <a:pt x="0" y="620"/>
                </a:lnTo>
                <a:close/>
              </a:path>
            </a:pathLst>
          </a:cu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txBody>
          <a:bodyPr lIns="90000" rIns="90000" tIns="45000" bIns="45000" anchor="ctr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Nimbus Roman"/>
              </a:rPr>
              <a:t>Usuario</a:t>
            </a:r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17" name=""/>
          <p:cNvSpPr/>
          <p:nvPr/>
        </p:nvSpPr>
        <p:spPr>
          <a:xfrm>
            <a:off x="4147560" y="1551600"/>
            <a:ext cx="1237320" cy="353880"/>
          </a:xfrm>
          <a:prstGeom prst="flowChartInternalStorage">
            <a:avLst/>
          </a:pr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18" name=""/>
          <p:cNvSpPr/>
          <p:nvPr/>
        </p:nvSpPr>
        <p:spPr>
          <a:xfrm>
            <a:off x="4276440" y="2513520"/>
            <a:ext cx="1038960" cy="251640"/>
          </a:xfrm>
          <a:custGeom>
            <a:avLst/>
            <a:gdLst/>
            <a:ahLst/>
            <a:rect l="0" t="0" r="r" b="b"/>
            <a:pathLst>
              <a:path w="2886" h="699">
                <a:moveTo>
                  <a:pt x="0" y="699"/>
                </a:moveTo>
                <a:lnTo>
                  <a:pt x="0" y="0"/>
                </a:lnTo>
                <a:lnTo>
                  <a:pt x="2886" y="0"/>
                </a:lnTo>
                <a:lnTo>
                  <a:pt x="2886" y="699"/>
                </a:lnTo>
                <a:lnTo>
                  <a:pt x="0" y="699"/>
                </a:lnTo>
                <a:close/>
              </a:path>
            </a:pathLst>
          </a:cu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txBody>
          <a:bodyPr lIns="90000" rIns="90000" tIns="45000" bIns="45000" anchor="ctr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Nimbus Roman"/>
              </a:rPr>
              <a:t>Contraseña</a:t>
            </a:r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55040" y="1644480"/>
            <a:ext cx="3305880" cy="2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Nimbus Roman"/>
              </a:rPr>
              <a:t>Iniciar sesion</a:t>
            </a:r>
            <a:endParaRPr b="0" lang="en-US" sz="1000" spc="-1" strike="noStrike">
              <a:solidFill>
                <a:srgbClr val="000000"/>
              </a:solidFill>
              <a:latin typeface="Nimbus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935720" cy="5670000"/>
          </a:xfrm>
          <a:prstGeom prst="rect">
            <a:avLst/>
          </a:pr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21" name=""/>
          <p:cNvSpPr/>
          <p:nvPr/>
        </p:nvSpPr>
        <p:spPr>
          <a:xfrm>
            <a:off x="177120" y="1328760"/>
            <a:ext cx="93672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22" name=""/>
          <p:cNvSpPr/>
          <p:nvPr/>
        </p:nvSpPr>
        <p:spPr>
          <a:xfrm>
            <a:off x="2988360" y="492120"/>
            <a:ext cx="3633120" cy="261000"/>
          </a:xfrm>
          <a:prstGeom prst="rect">
            <a:avLst/>
          </a:pr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00" spc="-1" strike="noStrike">
                <a:solidFill>
                  <a:srgbClr val="000000"/>
                </a:solidFill>
                <a:latin typeface="Liberation Sans Narrow"/>
              </a:rPr>
              <a:t>Datos de empleados</a:t>
            </a:r>
            <a:endParaRPr b="1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graphicFrame>
        <p:nvGraphicFramePr>
          <p:cNvPr id="23" name=""/>
          <p:cNvGraphicFramePr/>
          <p:nvPr/>
        </p:nvGraphicFramePr>
        <p:xfrm>
          <a:off x="3016440" y="1459440"/>
          <a:ext cx="5709600" cy="3218400"/>
        </p:xfrm>
        <a:graphic>
          <a:graphicData uri="http://schemas.openxmlformats.org/drawingml/2006/table">
            <a:tbl>
              <a:tblPr/>
              <a:tblGrid>
                <a:gridCol w="613800"/>
                <a:gridCol w="1254960"/>
                <a:gridCol w="555840"/>
                <a:gridCol w="1182960"/>
                <a:gridCol w="1182960"/>
                <a:gridCol w="919080"/>
              </a:tblGrid>
              <a:tr h="308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      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ID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Nombre completo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Edad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Departamento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Fecha de ingreso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      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Acceso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Permitido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Noto Sans AnatoHiero"/>
                        </a:rPr>
                        <a:t>No permitido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96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064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Noto Sans AnatoHiero"/>
                      </a:endParaRPr>
                    </a:p>
                  </a:txBody>
                  <a:tcPr anchor="t" marL="36000" marR="3600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"/>
          <p:cNvSpPr txBox="1"/>
          <p:nvPr/>
        </p:nvSpPr>
        <p:spPr>
          <a:xfrm>
            <a:off x="84960" y="1121040"/>
            <a:ext cx="1297800" cy="20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Liberation Sans Narrow"/>
              </a:rPr>
              <a:t>Datos de empleados</a:t>
            </a:r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25" name=""/>
          <p:cNvSpPr/>
          <p:nvPr/>
        </p:nvSpPr>
        <p:spPr>
          <a:xfrm>
            <a:off x="84960" y="1491840"/>
            <a:ext cx="1628280" cy="278640"/>
          </a:xfrm>
          <a:custGeom>
            <a:avLst/>
            <a:gdLst/>
            <a:ahLst/>
            <a:rect l="0" t="0" r="r" b="b"/>
            <a:pathLst>
              <a:path w="4523" h="774">
                <a:moveTo>
                  <a:pt x="0" y="774"/>
                </a:moveTo>
                <a:lnTo>
                  <a:pt x="0" y="0"/>
                </a:lnTo>
                <a:lnTo>
                  <a:pt x="4523" y="0"/>
                </a:lnTo>
                <a:lnTo>
                  <a:pt x="4523" y="774"/>
                </a:lnTo>
                <a:lnTo>
                  <a:pt x="0" y="774"/>
                </a:lnTo>
                <a:close/>
              </a:path>
            </a:pathLst>
          </a:cu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ffffff"/>
            </a:solidFill>
          </a:ln>
        </p:spPr>
        <p:txBody>
          <a:bodyPr lIns="90000" rIns="90000" tIns="45000" bIns="45000" anchor="ctr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Liberation Sans Narrow"/>
              </a:rPr>
              <a:t>Tarjeta de Acceso </a:t>
            </a:r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26" name=""/>
          <p:cNvSpPr/>
          <p:nvPr/>
        </p:nvSpPr>
        <p:spPr>
          <a:xfrm>
            <a:off x="199800" y="1724400"/>
            <a:ext cx="91404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27" name=""/>
          <p:cNvSpPr/>
          <p:nvPr/>
        </p:nvSpPr>
        <p:spPr>
          <a:xfrm flipV="1">
            <a:off x="176760" y="2081520"/>
            <a:ext cx="921600" cy="154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9520" bIns="-29520" anchor="ctr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28" name=""/>
          <p:cNvSpPr/>
          <p:nvPr/>
        </p:nvSpPr>
        <p:spPr>
          <a:xfrm>
            <a:off x="85320" y="1875960"/>
            <a:ext cx="1628280" cy="278640"/>
          </a:xfrm>
          <a:custGeom>
            <a:avLst/>
            <a:gdLst/>
            <a:ahLst/>
            <a:rect l="0" t="0" r="r" b="b"/>
            <a:pathLst>
              <a:path w="4523" h="774">
                <a:moveTo>
                  <a:pt x="0" y="774"/>
                </a:moveTo>
                <a:lnTo>
                  <a:pt x="0" y="0"/>
                </a:lnTo>
                <a:lnTo>
                  <a:pt x="4523" y="0"/>
                </a:lnTo>
                <a:lnTo>
                  <a:pt x="4523" y="774"/>
                </a:lnTo>
                <a:lnTo>
                  <a:pt x="0" y="774"/>
                </a:lnTo>
                <a:close/>
              </a:path>
            </a:pathLst>
          </a:cu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ffffff"/>
            </a:solidFill>
          </a:ln>
        </p:spPr>
        <p:txBody>
          <a:bodyPr lIns="90000" rIns="90000" tIns="45000" bIns="45000" anchor="ctr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Liberation Sans Narrow"/>
              </a:rPr>
              <a:t>Administradores </a:t>
            </a:r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29" name=""/>
          <p:cNvSpPr/>
          <p:nvPr/>
        </p:nvSpPr>
        <p:spPr>
          <a:xfrm>
            <a:off x="3034080" y="991080"/>
            <a:ext cx="4847040" cy="276480"/>
          </a:xfrm>
          <a:prstGeom prst="rect">
            <a:avLst/>
          </a:pr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Liberation Sans Narrow"/>
              </a:rPr>
              <a:t>        </a:t>
            </a:r>
            <a:r>
              <a:rPr b="0" lang="en-US" sz="1000" spc="-1" strike="noStrike">
                <a:solidFill>
                  <a:srgbClr val="000000"/>
                </a:solidFill>
                <a:latin typeface="Liberation Sans Narrow"/>
              </a:rPr>
              <a:t>Buscador                                                                                                                     Filtro</a:t>
            </a:r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30" name=""/>
          <p:cNvSpPr/>
          <p:nvPr/>
        </p:nvSpPr>
        <p:spPr>
          <a:xfrm flipV="1">
            <a:off x="3080160" y="1159920"/>
            <a:ext cx="54000" cy="460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080" bIns="1080" anchor="ctr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31" name=""/>
          <p:cNvSpPr/>
          <p:nvPr/>
        </p:nvSpPr>
        <p:spPr>
          <a:xfrm>
            <a:off x="3141720" y="1037160"/>
            <a:ext cx="123120" cy="145800"/>
          </a:xfrm>
          <a:prstGeom prst="ellipse">
            <a:avLst/>
          </a:pr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32" name=""/>
          <p:cNvSpPr/>
          <p:nvPr/>
        </p:nvSpPr>
        <p:spPr>
          <a:xfrm>
            <a:off x="7059240" y="1083240"/>
            <a:ext cx="92160" cy="84600"/>
          </a:xfrm>
          <a:prstGeom prst="flowChartInternalStorage">
            <a:avLst/>
          </a:pr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3400" bIns="23400" anchor="ctr">
            <a:noAutofit/>
          </a:bodyPr>
          <a:p>
            <a:endParaRPr b="0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  <p:sp>
        <p:nvSpPr>
          <p:cNvPr id="33" name=""/>
          <p:cNvSpPr/>
          <p:nvPr/>
        </p:nvSpPr>
        <p:spPr>
          <a:xfrm>
            <a:off x="3003840" y="4985640"/>
            <a:ext cx="3633120" cy="261000"/>
          </a:xfrm>
          <a:prstGeom prst="rect">
            <a:avLst/>
          </a:prstGeom>
          <a:gradFill rotWithShape="0">
            <a:gsLst>
              <a:gs pos="75000">
                <a:srgbClr val="ffffff">
                  <a:alpha val="0"/>
                </a:srgbClr>
              </a:gs>
              <a:gs pos="100000">
                <a:srgbClr val="dddddd">
                  <a:alpha val="0"/>
                </a:srgbClr>
              </a:gs>
            </a:gsLst>
            <a:lin ang="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00" spc="-1" strike="noStrike">
                <a:solidFill>
                  <a:srgbClr val="000000"/>
                </a:solidFill>
                <a:latin typeface="Liberation Sans Narrow"/>
              </a:rPr>
              <a:t>Registrar Empleado</a:t>
            </a:r>
            <a:endParaRPr b="1" lang="en-US" sz="1000" spc="-1" strike="noStrike">
              <a:solidFill>
                <a:srgbClr val="000000"/>
              </a:solidFill>
              <a:latin typeface="Liberation Sans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2026-06-09T11:05:24Z</dcterms:created>
  <dc:creator/>
  <dc:description/>
  <dc:language>en-US</dc:language>
  <cp:lastModifiedBy/>
  <dcterms:modified xsi:type="dcterms:W3CDTF">2026-06-09T12:34:59Z</dcterms:modified>
  <cp:revision>1</cp:revision>
  <dc:subject/>
  <dc:title/>
</cp:coreProperties>
</file>